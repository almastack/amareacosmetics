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League Spartan" charset="1" panose="0000080000000000000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Relationship Id="rId7" Target="../media/image6.jpeg" Type="http://schemas.openxmlformats.org/officeDocument/2006/relationships/image"/><Relationship Id="rId8" Target="../media/image7.jpe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4299" y="393556"/>
            <a:ext cx="3390205" cy="3390205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982" r="0" b="-30128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598900" y="1666383"/>
            <a:ext cx="383754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SOCI NON OPERATIVI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5320617" y="468392"/>
            <a:ext cx="3315369" cy="331536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9182" t="-9980" r="-15513" b="-11075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74299" y="4590915"/>
            <a:ext cx="3234900" cy="32349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6952" r="0" b="-1695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763750" y="4590915"/>
            <a:ext cx="3234900" cy="32349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24212" r="0" b="-2421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892300" y="468392"/>
            <a:ext cx="3355377" cy="335537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7524" t="-123807" r="-36411" b="-4404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679643" y="4590915"/>
            <a:ext cx="3234900" cy="32349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7"/>
              <a:stretch>
                <a:fillRect l="-16666" t="0" r="-16666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4504977" y="468392"/>
            <a:ext cx="3355377" cy="335537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26815" r="0" b="-26815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4395729" y="4476053"/>
            <a:ext cx="3464625" cy="3464625"/>
            <a:chOff x="0" y="0"/>
            <a:chExt cx="4619499" cy="4619499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65558" y="65558"/>
              <a:ext cx="4553941" cy="4553941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E2DCD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0" y="0"/>
              <a:ext cx="4619499" cy="4619499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blipFill>
                <a:blip r:embed="rId9"/>
                <a:stretch>
                  <a:fillRect l="-3234" t="0" r="-3234" b="0"/>
                </a:stretch>
              </a:blipFill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DAG6Tv5ETP0</dc:identifier>
  <dcterms:modified xsi:type="dcterms:W3CDTF">2011-08-01T06:04:30Z</dcterms:modified>
  <cp:revision>1</cp:revision>
  <dc:title>Pitch deck per venerdì 5</dc:title>
</cp:coreProperties>
</file>